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7C6666-E161-467A-97EE-A44A0CE04277}" type="datetimeFigureOut">
              <a:rPr lang="en-MY" smtClean="0"/>
              <a:t>13/5/2021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60A60-09E9-4899-B76E-964DC82ED2F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19610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60A60-09E9-4899-B76E-964DC82ED2FD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28022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B56A-DE6D-4352-A748-AFAC7EB91646}" type="datetimeFigureOut">
              <a:rPr lang="en-MY" smtClean="0"/>
              <a:t>13/5/2021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1F38-AEBA-4F56-86FF-D88D87E70B0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02609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B56A-DE6D-4352-A748-AFAC7EB91646}" type="datetimeFigureOut">
              <a:rPr lang="en-MY" smtClean="0"/>
              <a:t>13/5/2021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1F38-AEBA-4F56-86FF-D88D87E70B0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47843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B56A-DE6D-4352-A748-AFAC7EB91646}" type="datetimeFigureOut">
              <a:rPr lang="en-MY" smtClean="0"/>
              <a:t>13/5/2021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1F38-AEBA-4F56-86FF-D88D87E70B0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45307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B56A-DE6D-4352-A748-AFAC7EB91646}" type="datetimeFigureOut">
              <a:rPr lang="en-MY" smtClean="0"/>
              <a:t>13/5/2021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1F38-AEBA-4F56-86FF-D88D87E70B0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89806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B56A-DE6D-4352-A748-AFAC7EB91646}" type="datetimeFigureOut">
              <a:rPr lang="en-MY" smtClean="0"/>
              <a:t>13/5/2021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1F38-AEBA-4F56-86FF-D88D87E70B0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37530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B56A-DE6D-4352-A748-AFAC7EB91646}" type="datetimeFigureOut">
              <a:rPr lang="en-MY" smtClean="0"/>
              <a:t>13/5/2021</a:t>
            </a:fld>
            <a:endParaRPr lang="en-MY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1F38-AEBA-4F56-86FF-D88D87E70B0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70910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B56A-DE6D-4352-A748-AFAC7EB91646}" type="datetimeFigureOut">
              <a:rPr lang="en-MY" smtClean="0"/>
              <a:t>13/5/2021</a:t>
            </a:fld>
            <a:endParaRPr lang="en-MY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1F38-AEBA-4F56-86FF-D88D87E70B0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72616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B56A-DE6D-4352-A748-AFAC7EB91646}" type="datetimeFigureOut">
              <a:rPr lang="en-MY" smtClean="0"/>
              <a:t>13/5/2021</a:t>
            </a:fld>
            <a:endParaRPr lang="en-MY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1F38-AEBA-4F56-86FF-D88D87E70B0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81553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B56A-DE6D-4352-A748-AFAC7EB91646}" type="datetimeFigureOut">
              <a:rPr lang="en-MY" smtClean="0"/>
              <a:t>13/5/2021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1F38-AEBA-4F56-86FF-D88D87E70B0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86261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B56A-DE6D-4352-A748-AFAC7EB91646}" type="datetimeFigureOut">
              <a:rPr lang="en-MY" smtClean="0"/>
              <a:t>13/5/2021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1F38-AEBA-4F56-86FF-D88D87E70B0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01204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B56A-DE6D-4352-A748-AFAC7EB91646}" type="datetimeFigureOut">
              <a:rPr lang="en-MY" smtClean="0"/>
              <a:t>13/5/2021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1F38-AEBA-4F56-86FF-D88D87E70B0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15020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B56A-DE6D-4352-A748-AFAC7EB91646}" type="datetimeFigureOut">
              <a:rPr lang="en-MY" smtClean="0"/>
              <a:t>13/5/2021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1F38-AEBA-4F56-86FF-D88D87E70B00}" type="slidenum">
              <a:rPr lang="en-MY" smtClean="0"/>
              <a:t>‹#›</a:t>
            </a:fld>
            <a:endParaRPr lang="en-MY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66378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B56A-DE6D-4352-A748-AFAC7EB91646}" type="datetimeFigureOut">
              <a:rPr lang="en-MY" smtClean="0"/>
              <a:t>13/5/2021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1F38-AEBA-4F56-86FF-D88D87E70B0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20285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B56A-DE6D-4352-A748-AFAC7EB91646}" type="datetimeFigureOut">
              <a:rPr lang="en-MY" smtClean="0"/>
              <a:t>13/5/2021</a:t>
            </a:fld>
            <a:endParaRPr lang="en-MY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1F38-AEBA-4F56-86FF-D88D87E70B0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889815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B56A-DE6D-4352-A748-AFAC7EB91646}" type="datetimeFigureOut">
              <a:rPr lang="en-MY" smtClean="0"/>
              <a:t>13/5/2021</a:t>
            </a:fld>
            <a:endParaRPr lang="en-MY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1F38-AEBA-4F56-86FF-D88D87E70B0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349948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B56A-DE6D-4352-A748-AFAC7EB91646}" type="datetimeFigureOut">
              <a:rPr lang="en-MY" smtClean="0"/>
              <a:t>13/5/2021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1F38-AEBA-4F56-86FF-D88D87E70B0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16953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B56A-DE6D-4352-A748-AFAC7EB91646}" type="datetimeFigureOut">
              <a:rPr lang="en-MY" smtClean="0"/>
              <a:t>13/5/2021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1F38-AEBA-4F56-86FF-D88D87E70B0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99420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D0FB56A-DE6D-4352-A748-AFAC7EB91646}" type="datetimeFigureOut">
              <a:rPr lang="en-MY" smtClean="0"/>
              <a:t>13/5/2021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C71F38-AEBA-4F56-86FF-D88D87E70B0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741746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  <p:sldLayoutId id="2147483813" r:id="rId13"/>
    <p:sldLayoutId id="2147483814" r:id="rId14"/>
    <p:sldLayoutId id="2147483815" r:id="rId15"/>
    <p:sldLayoutId id="2147483816" r:id="rId16"/>
    <p:sldLayoutId id="214748381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FBA3C-6820-4C66-B620-EBA31EA72B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Sign Language Interpreter with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48112-C9C6-4E44-822A-084D16E66C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26756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90CF8-0B4A-4F99-8DAA-CB8721B92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C0C0D-B989-41C2-9226-18115BDB5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How can sign language and its nuances be interpreted as accurately as possible using AI? 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105902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CE760-C12A-4E53-9DB7-C70C6BEE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Proof of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ACF96-128F-41C6-B16E-04229D155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Process webcam and hands, then combine both</a:t>
            </a:r>
          </a:p>
          <a:p>
            <a:r>
              <a:rPr lang="en-MY" dirty="0"/>
              <a:t>Outputs: A, B, C, D, E from hands, uppercase or lowercase from emotion (neutral/happy)</a:t>
            </a:r>
          </a:p>
        </p:txBody>
      </p:sp>
    </p:spTree>
    <p:extLst>
      <p:ext uri="{BB962C8B-B14F-4D97-AF65-F5344CB8AC3E}">
        <p14:creationId xmlns:p14="http://schemas.microsoft.com/office/powerpoint/2010/main" val="2022742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94003-96EB-4B68-ABEB-54C039952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Screenshots from Unity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AF0CD-EC9D-4C7F-B395-CE74B3923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Display hands from leap device into scene in Unity</a:t>
            </a:r>
          </a:p>
          <a:p>
            <a:r>
              <a:rPr lang="en-MY" dirty="0"/>
              <a:t>Take a screenshot and save it</a:t>
            </a:r>
          </a:p>
          <a:p>
            <a:r>
              <a:rPr lang="en-MY" dirty="0"/>
              <a:t>Screenshot script occasionally works and slow</a:t>
            </a:r>
          </a:p>
          <a:p>
            <a:r>
              <a:rPr lang="en-MY" dirty="0"/>
              <a:t>Solved with Python in Unity</a:t>
            </a:r>
          </a:p>
        </p:txBody>
      </p:sp>
    </p:spTree>
    <p:extLst>
      <p:ext uri="{BB962C8B-B14F-4D97-AF65-F5344CB8AC3E}">
        <p14:creationId xmlns:p14="http://schemas.microsoft.com/office/powerpoint/2010/main" val="1661417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8851F-CEA1-4363-A34A-810C25286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Create hand training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71DAA-E733-4B96-AC2B-E073F3CD1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Save screenshots for 5 hand positions</a:t>
            </a:r>
          </a:p>
          <a:p>
            <a:r>
              <a:rPr lang="en-MY" dirty="0"/>
              <a:t>Around 900 screenshots</a:t>
            </a:r>
          </a:p>
        </p:txBody>
      </p:sp>
    </p:spTree>
    <p:extLst>
      <p:ext uri="{BB962C8B-B14F-4D97-AF65-F5344CB8AC3E}">
        <p14:creationId xmlns:p14="http://schemas.microsoft.com/office/powerpoint/2010/main" val="4243114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6C4BF-4395-41BD-B738-0DA7C2E8B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Transfer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8BD43-2122-4F51-893E-D6ACFEEE9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71772"/>
            <a:ext cx="8946541" cy="4195481"/>
          </a:xfrm>
        </p:spPr>
        <p:txBody>
          <a:bodyPr/>
          <a:lstStyle/>
          <a:p>
            <a:r>
              <a:rPr lang="en-MY" dirty="0"/>
              <a:t>Microsoft Cognitive Toolkit (CNTK)</a:t>
            </a:r>
          </a:p>
          <a:p>
            <a:r>
              <a:rPr lang="en-MY" dirty="0"/>
              <a:t>Developed in C# .NET Core Application</a:t>
            </a:r>
          </a:p>
          <a:p>
            <a:r>
              <a:rPr lang="en-MY" dirty="0"/>
              <a:t>Image processing model retrained with my own dataset</a:t>
            </a:r>
          </a:p>
        </p:txBody>
      </p:sp>
    </p:spTree>
    <p:extLst>
      <p:ext uri="{BB962C8B-B14F-4D97-AF65-F5344CB8AC3E}">
        <p14:creationId xmlns:p14="http://schemas.microsoft.com/office/powerpoint/2010/main" val="1310870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27B4B-45B3-4BA3-93A2-A59CCDEE4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Webcam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E00C9-AAC2-47F6-8B36-89C238E35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C# </a:t>
            </a:r>
            <a:r>
              <a:rPr lang="en-MY" dirty="0" err="1"/>
              <a:t>Aforge</a:t>
            </a:r>
            <a:r>
              <a:rPr lang="en-MY" dirty="0"/>
              <a:t> Library</a:t>
            </a:r>
          </a:p>
          <a:p>
            <a:r>
              <a:rPr lang="en-MY" dirty="0"/>
              <a:t>Store Webcam images of my face into happy/neutral for training</a:t>
            </a:r>
          </a:p>
        </p:txBody>
      </p:sp>
    </p:spTree>
    <p:extLst>
      <p:ext uri="{BB962C8B-B14F-4D97-AF65-F5344CB8AC3E}">
        <p14:creationId xmlns:p14="http://schemas.microsoft.com/office/powerpoint/2010/main" val="663523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A1643-F415-472F-B557-36CDB8276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Combining the two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50A92-D804-4814-80A9-171EC369D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Open unity and run script to capture hands</a:t>
            </a:r>
          </a:p>
          <a:p>
            <a:r>
              <a:rPr lang="en-MY" dirty="0"/>
              <a:t>Run .NET Console Application</a:t>
            </a:r>
          </a:p>
        </p:txBody>
      </p:sp>
    </p:spTree>
    <p:extLst>
      <p:ext uri="{BB962C8B-B14F-4D97-AF65-F5344CB8AC3E}">
        <p14:creationId xmlns:p14="http://schemas.microsoft.com/office/powerpoint/2010/main" val="2523053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DABBE-7492-4E83-AE1A-048400A26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Combining the two models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1F95D-0C4E-4579-8A69-5E9A17E17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Multithreading</a:t>
            </a:r>
          </a:p>
          <a:p>
            <a:r>
              <a:rPr lang="en-MY" dirty="0"/>
              <a:t>Unity takes hand screenshots</a:t>
            </a:r>
          </a:p>
          <a:p>
            <a:r>
              <a:rPr lang="en-MY" dirty="0"/>
              <a:t>.NET Core App</a:t>
            </a:r>
          </a:p>
          <a:p>
            <a:pPr marL="457200" indent="-457200">
              <a:buFont typeface="+mj-lt"/>
              <a:buAutoNum type="arabicPeriod"/>
            </a:pPr>
            <a:r>
              <a:rPr lang="en-MY" dirty="0"/>
              <a:t>Thread 1 – runs webcam capture</a:t>
            </a:r>
          </a:p>
          <a:p>
            <a:pPr marL="457200" indent="-457200">
              <a:buFont typeface="+mj-lt"/>
              <a:buAutoNum type="arabicPeriod"/>
            </a:pPr>
            <a:r>
              <a:rPr lang="en-MY" dirty="0"/>
              <a:t>Thread 2 – runs model to predict letter</a:t>
            </a:r>
          </a:p>
          <a:p>
            <a:pPr marL="457200" indent="-457200">
              <a:buFont typeface="+mj-lt"/>
              <a:buAutoNum type="arabicPeriod"/>
            </a:pPr>
            <a:r>
              <a:rPr lang="en-MY" dirty="0"/>
              <a:t>Thread 3 – retrieves letter prediction from class</a:t>
            </a:r>
          </a:p>
          <a:p>
            <a:pPr marL="457200" indent="-457200">
              <a:buFont typeface="+mj-lt"/>
              <a:buAutoNum type="arabicPeriod"/>
            </a:pPr>
            <a:r>
              <a:rPr lang="en-MY" dirty="0"/>
              <a:t>Thread 4 – runs model to predict emotion</a:t>
            </a:r>
          </a:p>
          <a:p>
            <a:pPr marL="457200" indent="-457200">
              <a:buFont typeface="+mj-lt"/>
              <a:buAutoNum type="arabicPeriod"/>
            </a:pPr>
            <a:r>
              <a:rPr lang="en-MY" dirty="0"/>
              <a:t>Thread 5 – retrieved emotion prediction from class</a:t>
            </a:r>
          </a:p>
          <a:p>
            <a:pPr marL="457200" indent="-457200">
              <a:buFont typeface="+mj-lt"/>
              <a:buAutoNum type="arabicPeriod"/>
            </a:pPr>
            <a:r>
              <a:rPr lang="en-MY" dirty="0"/>
              <a:t>Thread 6 – takes retrieved data and processes it</a:t>
            </a:r>
          </a:p>
        </p:txBody>
      </p:sp>
    </p:spTree>
    <p:extLst>
      <p:ext uri="{BB962C8B-B14F-4D97-AF65-F5344CB8AC3E}">
        <p14:creationId xmlns:p14="http://schemas.microsoft.com/office/powerpoint/2010/main" val="33227384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282</TotalTime>
  <Words>222</Words>
  <Application>Microsoft Office PowerPoint</Application>
  <PresentationFormat>Widescreen</PresentationFormat>
  <Paragraphs>35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Cambria</vt:lpstr>
      <vt:lpstr>Century Gothic</vt:lpstr>
      <vt:lpstr>Wingdings 3</vt:lpstr>
      <vt:lpstr>Ion</vt:lpstr>
      <vt:lpstr>Sign Language Interpreter with AI</vt:lpstr>
      <vt:lpstr>Research Question</vt:lpstr>
      <vt:lpstr>Proof of Concept</vt:lpstr>
      <vt:lpstr>Screenshots from Unity</vt:lpstr>
      <vt:lpstr>Create hand training data</vt:lpstr>
      <vt:lpstr>Transfer Learning</vt:lpstr>
      <vt:lpstr>Webcam</vt:lpstr>
      <vt:lpstr>Combining the two models</vt:lpstr>
      <vt:lpstr>Combining the two models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 Language Interpreter with AI</dc:title>
  <dc:creator>A.T.J Wen</dc:creator>
  <cp:lastModifiedBy>A.T.J Wen</cp:lastModifiedBy>
  <cp:revision>8</cp:revision>
  <dcterms:created xsi:type="dcterms:W3CDTF">2020-12-17T12:10:43Z</dcterms:created>
  <dcterms:modified xsi:type="dcterms:W3CDTF">2021-05-13T13:31:55Z</dcterms:modified>
</cp:coreProperties>
</file>